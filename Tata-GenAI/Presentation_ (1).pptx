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2" r:id="rId4"/>
    <p:sldId id="259" r:id="rId5"/>
    <p:sldId id="260" r:id="rId6"/>
    <p:sldId id="261" r:id="rId7"/>
    <p:sldId id="263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YUSHI SINGH" initials="AS" lastIdx="1" clrIdx="0">
    <p:extLst>
      <p:ext uri="{19B8F6BF-5375-455C-9EA6-DF929625EA0E}">
        <p15:presenceInfo xmlns:p15="http://schemas.microsoft.com/office/powerpoint/2012/main" userId="28fc8fe8beca853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59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9592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 ?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Customer Data Input : Repayment history, credit score, income, customer interactions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Decision Logic Engine : AI model predicts risk and suggests 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Action Module : Sends personalized reminders, plans ,or escalations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Learning Loop : Continuously refines decisions based on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9E32EB-9993-71BB-E05F-18F0D3ECA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614" y="2538219"/>
            <a:ext cx="48772" cy="6706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CB2C7BE-5D16-54E0-CC27-DBAE77C67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B2416D-B826-90F4-758B-2CDD7FF9E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242204"/>
            <a:ext cx="3821502" cy="355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Autonomous AI : Predicting risk, sending reminders, adapting messages, learning from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Human Oversight : Approving payment plans , reviewing edge cases, handling disputes , auditing fairness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Fairness Checks : Detect and mitigate bias across segments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Explainability : Clear , understandable decisions for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Compliance : Meets regulatory standards like GDPR, ECOA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Human-in-the-Loop : Agents involved in critical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Business KPIs : Lower delinquency ( 25% ), cost savings, better recovery rates, scalable 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Customer Outcomes : Personalized plans, increased trust, fairness, transparent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7F4B-883E-22AC-1A8E-1F055E83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75113345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400</Words>
  <Application>Microsoft Office PowerPoint</Application>
  <PresentationFormat>On-screen Show (16:9)</PresentationFormat>
  <Paragraphs>34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</vt:lpstr>
      <vt:lpstr>Arial</vt:lpstr>
      <vt:lpstr>Roboto Slab</vt:lpstr>
      <vt:lpstr>Marina</vt:lpstr>
      <vt:lpstr>AI-Powered Collections Strategy</vt:lpstr>
      <vt:lpstr>How the System Works ?</vt:lpstr>
      <vt:lpstr>System Workflow Diagram</vt:lpstr>
      <vt:lpstr>Role of Agentic AI</vt:lpstr>
      <vt:lpstr>Responsible AI Guardrails</vt:lpstr>
      <vt:lpstr>Expected Business Impact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AYUSHI SINGH</dc:creator>
  <cp:lastModifiedBy>AYUSHI SINGH</cp:lastModifiedBy>
  <cp:revision>3</cp:revision>
  <dcterms:modified xsi:type="dcterms:W3CDTF">2026-06-20T02:21:11Z</dcterms:modified>
</cp:coreProperties>
</file>